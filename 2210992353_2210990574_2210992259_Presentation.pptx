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5681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Learning–Based Fake Profile Detection Using Behavioral Consistency Score</a:t>
            </a:r>
            <a:endParaRPr lang="en-US" sz="36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By: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Shriya Seth- 2210992353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Mehak Kharbanda -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2210990574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Sargam Narang-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2210992259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</a:t>
            </a: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Dr. Isha Kansal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</a:t>
            </a: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media platforms face a growing threat from fake profiles that spread misinformation, commit fraud, and manipulate public opinion.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presents a full-stack machine learning system that detects fake social media profiles using a novel Behavioral Consistency Score (BCS).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Unlike rule-based methods, BCS analyses user behaviour patterns: posting frequency, engagement rates, content diversity, and anti-spam signals.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Random Forest classifier trained on 15 behavioural attributes achieves high detection accuracy with explainable sub-scores per prediction.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includes a Flask REST API backend and an interactive React dashboard for real-time profile analysis.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Authors: Shriya Seth (2210992353), Mehak Kharbanda (2210990574), Sargam Narang (2210992259) – Dept. of Computer Science &amp; Engineering, Chitkara University, Punjab.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Fake accounts on social platforms manipulate public opinion, spread misinformation, enable phishing, and perform coordinated inauthentic behaviour.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detection methods rely heavily on structural features (follower counts, account age) and are easily bypassed by sophisticated bots.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no standard, explainable scoring mechanism that captures the holistic behavioural consistency of a user profile.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challenge: detect fake profiles accurately while providing human-interpretable justification for each decision.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Motivation: Platform trust and safety require automated, scalable, and transparent detection tools that work across diverse user behaviours.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addresses the gap by combining ML classification with an interpretable BCS metric covering 5 behavioural dimensions.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implement a Behavioral Consistency Score (BCS) that quantifies human-like behaviour across 5 weighted sub-dimensions.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a synthetic dataset generator that simulates realistic genuine and fake profile behaviour patterns for training and evaluation.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Train, compare, and select the best-performing ML classifier from: Random Forest, Gradient Boosting, Logistic Regression, and SVM.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Flask REST API exposing endpoints for single-profile and batch predictions with BCS and risk-level outputs.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an interactive React dashboard with live BCS gauge, radar chart, and 15-attribute sliders for intuitive user interaction.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models using Accuracy, Precision, Recall, F1-Score, and AUC-ROC; generate confusion matrices and feature importance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&amp; System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 Python 3.8+, Flask (REST API), scikit-learn (ML models), pandas &amp; NumPy (data processing), Matplotlib &amp; Seaborn (visualisation).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 React with Vite build tool – interactive INPUT sliders, RESULT gauge &amp; radar chart, and ABOUT documentation tabs.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Pipeline: Data Generation → Preprocessing (MinMaxScaler, SMOTE) → BCS Computation → Feature Engineering → Model Training → Evaluation.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 Endpoints: GET /api/health, GET /api/model/info, POST /api/predict, POST /api/predict/batch.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Backend runs on localhost:5000; Frontend on localhost:5173 (dual-terminal setup for full-stack operation).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Storage: Trained models saved via joblib; evaluation plots exported to outputs/figures/ directory.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Consistency Score 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BCS is a normalised score (0–100) computed from 5 weighted sub-scores reflecting how ‘human-like’ a profile’s behaviour is.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Posting Regularity (20%): Penalises both robotic high-frequency posting and erratic dormancy; rewards natural daily variance.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Authenticity (25%): Measures likes &amp; comments relative to follower ratio using log-scale normalisation to handle wide ranges.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Profile Completeness (20%): Scores bio quality, profile picture presence, account age (log-scaled), and verification status.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 Quality (20%): Evaluates average post length, content diversity score, and reply consistency across posts.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Anti-Spam Signal (15%): Inverted score – penalises excess hashtag/mention ratios and suspicious URL in bio.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Thresholds: BCS ≥ 70 → Genuine | 45–70 → Suspicious | &lt; 45 → Likely Fake.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&amp; Behavioural Features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 Behavioural Features: posting_frequency, follower_following_ratio, account_age_days, avg_likes_per_post, avg_comments_per_post, bio_completeness, profile_pic_present, url_in_bio, verified, posting_time_variance, avg_post_length, hashtag_ratio, mention_ratio, reply_consistency, content_diversity_score.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(200 estimators, max_depth=12, class_weight=balanced): Primary model – best accuracy and interpretability via feature importance.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Gradient Boosting (200 estimators, lr=0.08, max_depth=5): Strong performance on non-linear decision boundaries.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 (max_iter=1000, balanced): Baseline linear model for comparison.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(RBF kernel, probability=True, balanced): Robust to high-dimensional feature space.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selection via Stratified K-Fold cross-validation; best model saved with joblib for API serving.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 – Data Generation: Synthetic profiles generated with realistic distributions for genuine vs. fake accounts (data_generator.py).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 – Preprocessing: Missing value handling, MinMaxScaler normalisation, SMOTE oversampling for class balance (preprocessing.py).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 – BCS Computation: Each profile assigned a BCS and sub-scores; BCS appended as an additional feature (bcsModule.py).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 – Model Training: All 4 models trained with StratifiedKFold; best model selected by F1-score and saved (model_training.py).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 – Prediction: API accepts JSON profile input, runs preprocessing + BCS computation, returns prediction + probability + risk level (api.py).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 – Visualisation: Confusion matrix, ROC curves, feature importance, BCS distribution, and model comparison plots auto-generated (visualization.py).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Frontend Dashboard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 API (Flask): Single-profile prediction returns is_fake flag, probability score (0–1), BCS value, BCS label, and risk level.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Batch Prediction: POST /api/predict/batch accepts an array of profiles and returns predictions for all in a single request.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Response: { “prediction”: “Genuine”, “is_fake”: false, “probability”: 0.12, “bcs_score”: 74.3, “risk_level”: “Low” }.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Tab: 15 interactive sliders and toggles for each behavioural attribute; real-time parameter tuning.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 Tab: Live animated BCS gauge (0–100), radar chart across 5 sub-score dimensions, Genuine/Suspicious/Fake verdict.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Tab: Project description, BCS methodology explanation, and sub-score weight breakdown for user transparency.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Metrics: Accuracy, Precision, Recall, F1-Score, and AUC-ROC computed on a stratified held-out test set.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achieved the highest overall performance with balanced precision and recall across genuine and fake classes.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Importance: follower_following_ratio, content_diversity_score, and posting_time_variance ranked as top discriminating features.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BCS Distribution Plot: Clear separation between genuine profiles (high BCS cluster) and fake profiles (low BCS cluster) validated the scoring design.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Confusion Matrix: Low false-negative rate confirms the model rarely misclassifies fake accounts as genuine – critical for safety applications.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Comparison: All 4 models exceeded baseline; Random Forest selected for deployment due to its explainability and ensemble robustness.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Plots: 01_confusion_matrix.png, 02_roc_curves.png, 03_feature_importance.png, 04_bcs_distribution.png, 05_model_comparison.png.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 Successfully built a full-stack ML system that detects fake social media profiles using an interpretable Behavioral Consistency Score.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BCS framework provides explainability beyond black-box classifiers by quantifying 5 distinct behavioural dimensions per profile.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trained on 15 behavioural attributes demonstrated strong detection performance with low false-negative rates.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React dashboard enables non-technical users to interactively test profiles and understand model decisions in real time.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 Integrate real social media API data (Twitter/X, Instagram) to replace synthetic data with live profile feeds.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 Extend to graph-based features (network topology, co-follower clusters) and NLP analysis of post content for deeper detection.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 Deploy as a cloud microservice with rate-limiting, authentication, and a public-facing fake profile reporting portal.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34709</TotalTime>
  <Words>1602</Words>
  <Application>Microsoft Office PowerPoint</Application>
  <PresentationFormat>On-screen Show (4:3)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Mehak Kharbanda</cp:lastModifiedBy>
  <cp:revision>2301</cp:revision>
  <dcterms:created xsi:type="dcterms:W3CDTF">2010-04-09T07:36:15Z</dcterms:created>
  <dcterms:modified xsi:type="dcterms:W3CDTF">2026-05-01T09:12:48Z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